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PPO for Traffic Signals?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vs PPO: Choosing the Right Algorithm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2834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DQN Challenges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memory (replay buffer)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often becomes unstable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tune hyperparameters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converge on our 4-phase intersection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874520"/>
            <a:ext cx="0" cy="228600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PPO Advantages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3317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&amp; reliable training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limited data (200K timesteps)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 with Stable-Baselines3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best for adaptive traffic control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PPO trains faster and achieves better signal timing for our intersection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1-5 Complete (~50% of project)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1: SUMO Network Setup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4-arm intersection network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traffic light program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3600s simulation configuration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371600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2: Gym Environment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6-feature state representation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discrete action space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reward (wait + queue)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3-4: Utils &amp; Baseline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 (env_utils.py)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 controller (Condition 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20-episode evaluation completed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926080"/>
            <a:ext cx="73152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Step 5: PPO Training (Running)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TraCI state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timesteps with TensorBoard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checkpoints &amp; callbacks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6-10 (Expected: 1 day of focused work)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6-7: YOLOv8 Perception Module (2-3 hours)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 from SUMO screenshots → ROI-based lane counting → Vision-enhanced environment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94560"/>
            <a:ext cx="73152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8: PPO Training with YOLO (Condition C) (30 min)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PPO using vision-based state → Compare perception vs ground-truth performance degradation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108960"/>
            <a:ext cx="73152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9: Evaluation &amp; Statistical Analysis (1-2 hours)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plots (Fixed-time vs PPO-ground-truth vs PPO-vision) → Statistical significance testing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023360"/>
            <a:ext cx="73152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10: Demo &amp; Visualization (included in Step 9)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 → Recording setup → Presentation-ready demo video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 Traffic Signal Control - Progress Report</dc:title>
  <dc:subject>PptxGenJS Presentation</dc:subject>
  <dc:creator>Traffic Signal Control Project</dc:creator>
  <cp:lastModifiedBy>Traffic Signal Control Project</cp:lastModifiedBy>
  <cp:revision>1</cp:revision>
  <dcterms:created xsi:type="dcterms:W3CDTF">2026-02-12T23:14:06Z</dcterms:created>
  <dcterms:modified xsi:type="dcterms:W3CDTF">2026-02-12T23:14:06Z</dcterms:modified>
</cp:coreProperties>
</file>